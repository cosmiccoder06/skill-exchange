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PRESENTATION • B.TECH CSE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Exchange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Collaborative Peer-to-Peer Mentorship &amp; Skill Sharing 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66360" y="237744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2651760"/>
          <a:ext cx="886968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61264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COURSE / PROGRAMME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Bachelor of Technology (B.Tech) in Computer Science &amp; Engineering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ACADEMIC SESSION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2025–2026 (Final Year Capstone Project)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SUPERVISOR / GUIDE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[Faculty Mentor Name &amp; Designation / Dr. Shashi Bhusan]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GROUP / TEAM NAME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13 (Full Stack MERN Engineering Track)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MEMBERS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[Student 1 Name] (Roll No: [Roll 1])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[Student 2 Name] (Roll No: [Roll 2])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[Student 3 Name] (Roll No: [Roll 3])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[Student 4 Name] (Roll No: [Roll 4])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DEPLOYED URLS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Frontend: https://skill-exchange-one-eta.vercel.app/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API: https://skill-exchange-o19g.onrender.com/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Group 13 • Department of Computer Science &amp; Engineering • GLA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 walkthrough of the project, architecture, core modules, implementation and test results.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276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Motivation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614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&amp; Agile Sprint Lifecycle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55264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284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284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Request 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22192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953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8953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&amp; Engineering Rationale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622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4622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1: Authentication &amp; Session Bookings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956048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292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5029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2: Profile &amp; AI Discovery Matcher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522976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596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596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3: Real-Time Chat &amp; Admin Governance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554480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6276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16276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4: Ratings &amp; Reviews Quality System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121408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21945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&amp; Entity Invariants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688336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7614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2761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System Walkthrough &amp; UI Output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255264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3284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33284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Quality Assurance &amp; Verification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822192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8953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38953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Synopsis vs. Implementation Benchmark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4389120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4622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0" y="44622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Future Roadmap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956048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0292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5029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 &amp; Summary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62179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Concept &amp; Vision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Peer-to-Peer Learning Paradigm: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Undergraduate engineers possess complementary strengths (e.g. React vs. System Design). Skill Exchange creates an institutionalized marketplace to monetize and trade technical expertise.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Structured Scheduling &amp; Safety: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disorganized WhatsApp groups with interactive calendar booking (15–480 mins), collision detection, and 4-hour automatic request expiration timers.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AI-Assisted Mentor Matching: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Employs Google Gemini 1.5 Flash to evaluate learner goals against mentor profiles, returning ranked recommendations with compatibility percentage scores.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Transaction Verification: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Integrates Razorpay in test mode with server-side HMAC-SHA256 signature verification to prevent payment disputes.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280160"/>
            <a:ext cx="4206240" cy="48463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Project Stats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920240"/>
          <a:ext cx="36576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Hosting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(React 19 SPA)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API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Render (Node.js &amp; Express 5)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Cloud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Atlas (Replica Set)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Endpoints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 Registered API Endpoints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Pages &amp; Routes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Core Pages (18 Component Files)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Automated Tests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 Passed Tests (100% Pass Rate)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Audience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GLA University Engineering Students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PURPOSE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Problem Statement &amp; 03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Operational Challenges (Existing)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Discovery Fragmentation: No central peer directory; finding classmates skilled in Docker or React requires asking across disconnected social groups.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Scheduling Conflicts &amp; Ghosting: Manual coordination results in missed sessions, double-booked slots, and learners waiting indefinitely without response.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Payment Friction &amp; Uncertainty: Informal advance payments risk non-delivery; conversely, post-session payments risk unpaid mentor hours.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Quality &amp; Accountability Vacuum: Informal tutoring offers zero historical ratings, verified reviews, or administrative moderation to penalize bad actors.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Platform Objectives (Achieved)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Mentors List Skills &amp; Availability: Dedicated studio setting hourly rates in INR (or ₹0 volunteer) with weekly slot tags.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Search &amp; Book Sessions: Interactive calendar engine supporting 15–480 min sessions with calendar collision rejection.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Chat Messaging: Persistent WebSocket messaging via Socket.io with typing indicators and read receipts.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Secure Role-Based Auth: Bcrypt password hashing (10 rounds) + 15m JWT access tokens with 7d HttpOnly refresh cookies.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Tamper-Resistant Ratings: 1-to-5 star feedback with compound unique index {booking, reviewer} preventing duplicates.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Academic UI: React 19 SPA with fluid flex/grid layouts, dark/light theme toggle, and mobile navigation.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Methodology &amp; Agile Sprints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was engineered following an Agile / Iterative Development Lifecycle across 6 two-week sprint cycles: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55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755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analysis, user personas (learner/mentor/admin), and Mongoose database schemas.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37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55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1755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10-round password hashing, dual-token JWT lifecycle, cookie rotation, and RBAC guards.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755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72600" y="1755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&amp; Matching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profile setup, discover catalog, search indexing, and Google Gemini 1.5 Flash AI matcher.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23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7400" y="4041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480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calendar, collision check algorithms, 4-hour countdown timer, and slot negotiation.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40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023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4041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&amp; Sockets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480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order creation, HMAC signature verification, and Socket.io real-time chat rooms.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840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023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72600" y="4041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&amp; Verification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480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 portal, user moderation, 58 automated unit tests, and Vercel/Render deploy.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System Architecture &amp; Request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Client-Server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Presentation Tier (Client)
React 19 Single Page Application scaffolded with Vite 8. Utilizes React Router for client-side routing, Context API for global state, and Socket.io-client for real-time WebSockets.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Application Tier (API Server)
Node.js v22 LTS &amp; Express 5 running on Render. Enforces compression, 400kb body ceilings, cookie authentication, route controllers, and Socket.io room multiplexing.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Data Tier &amp; External Services
MongoDB Atlas (Replica Set M0) persistent storage via Mongoose ODM. Integrated with Razorpay Gateway API (test payments) and Google Gemini 1.5 Flash API.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6-Step Express Request Lifecycle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compression(): Gzip/deflate response compression reducing payload sizes.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express.json({ limit: "400kb" }): Body parser defending against memory exhaustion.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cookieParser(): Extracts secure, HttpOnly session refresh tokens from cookies.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cors({ origin: CLIENT_URL, credentials: true }): Validates cross-origin access.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verifyToken &amp; authorize(roles): Decodes Bearer JWT &amp; checks role privileges.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Entity Ownership Check: Controllers confirm req.user.id owns target record.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FOUNDATION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Technology Stack &amp; Justification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68580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/ Library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Justification for Selection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19.2.7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SPA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Component-driven declarative UI, virtual DOM diffing for rapid re-rendering, hook-based state.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 8.1.1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Tool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Ultra-fast dev server with Hot Module Replacement (HMR) and optimized Rollup asset bundling.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v22 LTS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Runtime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Non-blocking, event-driven asynchronous I/O optimal for concurrent WebSocket &amp; HTTP traffic.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Express.js 5.2.1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Framework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Minimalist routing, composable middleware pipeline, and standardized REST controllers.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Atlas 6.0+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NoSQL Database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Flexible schema document model supporting nested skills arrays and audit activity logs.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Mongoose 9.9.1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ODM Library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Strict schema validation, compound collision indexes, and pre-save password hashing hooks.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Socket.io 4.8.3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WebSocket Library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Full-duplex bidirectional event transport with dynamic room multiplexing &amp; auto-reconnect.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Razorpay SDK 2.9.8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Gateway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mode order creation and server-side cryptographic HMAC-SHA256 signature verification.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Bcryptjs 3.0.3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 Security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Adaptive cryptographic hashing with work factor salting (10 rounds) to resist offline brute force.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SUBSYSTEMS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Module 1: Authentication &amp; Session Bookings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 &amp;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User Onboarding: Registration with Bcrypt password hashing (10 salt rounds) and role assignment (Learner vs. Mentor).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Dual-Token JWT Lifecycle: Stateless 15-minute access tokens paired with 7-day HttpOnly refresh cookies with rotation on renewal.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Session Booking: Duration selector (15–480 mins) with automated collision check (rejects overlapping bookings).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4-Hour Auto-Expiration Timer: actionExpiresAt set on booking creation; prevents unattended pending requests from hanging indefinitely.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Mentor Slot Negotiation: Mentors can propose up to 3 alternate time slots (suggestedSlots) instead of flat rejection.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Razorpay Verification: In-app checkout in test mode; backend verifies HMAC-SHA256 signature before confirming session.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Format-Validated Google Meet Links: Stores verified Google Meet links (https://meet.google.com/...) for session delivery.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 User Interface</a:t>
            </a:r>
            <a:endParaRPr lang="en-US" sz="1200" dirty="0"/>
          </a:p>
        </p:txBody>
      </p:sp>
      <p:pic>
        <p:nvPicPr>
          <p:cNvPr id="10" name="Image 0" descr="D:\College\sumInt\Skill-Exchange\docs\screenshots\05_session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74520"/>
            <a:ext cx="4389120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6.1: Interactive Session Scheduling Interface with date/time picker, duration slider, fee calculation, and collision check verification.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5166360"/>
            <a:ext cx="4389120" cy="7315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APIs: POST /api/bookings • PUT /api/bookings/:id/suggest-slots • POST /api/payments/verify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SUBSYSTEMS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Module 2: Profile &amp; AI Discovery Matcher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 &amp;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Profile Customization: Users configure technical biographies, skills to teach/learn, proficiency tags, social links, and avatars.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Flexible Mentoring Rates: Mentors specify hourly rates in INR (or ₹0 for volunteer mentoring) stored as integer paise to prevent rounding errors.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Debounced Catalog Search: 300ms debounced text input in /discover reduces server query frequency during live search.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Multi-Faceted Filter Criteria: Interactive skill chips, category filtering, hourly price range slider, and minimum rating thresholds.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Gemini 1.5 Flash Matcher: Evaluates learner goals and budget constraints against the mentor pool to compute 0–100% compatibility scores.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Mentor Portfolios: Showcases aggregate ratings, student review history, active skills, and direct "Book Session" trigger.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 User Interface</a:t>
            </a:r>
            <a:endParaRPr lang="en-US" sz="1200" dirty="0"/>
          </a:p>
        </p:txBody>
      </p:sp>
      <p:pic>
        <p:nvPicPr>
          <p:cNvPr id="10" name="Image 0" descr="D:\College\sumInt\Skill-Exchange\docs\screenshots\03_discover_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74520"/>
            <a:ext cx="4389120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6.2: Mentor Discovery Catalog with real-time keyword search ("React"), interactive skill tags, and mentor cards.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5166360"/>
            <a:ext cx="4389120" cy="7315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APIs: GET /api/mentors • GET /api/matches • GET /api/profile/:id • PUT /api/profile/update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SUBSYSTEMS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Module 3: Real-Time Chat &amp; Admin Governance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 &amp;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Persistent WebSocket Communication: Socket.io event bus supporting join_room, send_message, typing, and message_read events.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Two-Column Messaging Experience: Active conversation threads, chronological message loading, live typing indicators, and read checkmarks.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Fair-Use Anti-Spam Limitation: Caps unconfirmed bookings at 5 free messages to eliminate unsolicited marketing spam.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Soft-Delete Message Model: Flags messages as deleted while preserving database records for administrative auditability.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 Executive Cockpit: Real-time platform analytics: total users, active mentors, booking volume, and gross platform metrics.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Moderation &amp; Status Control: Account suspension (isSuspended toggle), profile audits, and mentor credential verification.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Activity Logging (ActivityLog): Immutable audit trail capturing administrative actions with timestamps and IP addresses.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 User Interface</a:t>
            </a:r>
            <a:endParaRPr lang="en-US" sz="1200" dirty="0"/>
          </a:p>
        </p:txBody>
      </p:sp>
      <p:pic>
        <p:nvPicPr>
          <p:cNvPr id="10" name="Image 0" descr="D:\College\sumInt\Skill-Exchange\docs\screenshots\09_realtime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74520"/>
            <a:ext cx="4389120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6.3: Two-Column Real-Time Chat Window powered by Socket.io, showing active threads, message bubbles, and live typing indicators.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5166360"/>
            <a:ext cx="4389120" cy="7315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APIs: GET /api/conversations • PATCH /api/conversations/:id/read • GET /api/admin/overview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SUBSYSTEMS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Module 4: Ratings &amp; Reviews Quality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 &amp;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Quantitative 1-to-5 Star Ratings: Learners evaluate completed sessions on a 1-to-5 scale paired with descriptive textual feedback.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Review Guard: Reviews can strictly only be submitted after a booking transitions to completed status.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Anti-Duplicate Review Check: Database compound unique index on { booking: 1, reviewer: 1 } guarantees exactly one review per session.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Mentor Credibility Score: Mentor average rating dynamically aggregates and updates across public profile and discover cards.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Trust &amp; Accountability: Eliminates fake reviews and transparently highlights high-performing student mentors.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Review Modal: Dedicated feedback submission dialogue in MyBookings.jsx following session conclusion.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 User Interface</a:t>
            </a:r>
            <a:endParaRPr lang="en-US" sz="1200" dirty="0"/>
          </a:p>
        </p:txBody>
      </p:sp>
      <p:pic>
        <p:nvPicPr>
          <p:cNvPr id="10" name="Image 0" descr="D:\College\sumInt\Skill-Exchange\docs\screenshots\13_admin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74520"/>
            <a:ext cx="4389120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6.4: Centralized Admin Governance Cockpit displaying platform KPIs, user moderation grid, and transaction audit records.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5166360"/>
            <a:ext cx="4389120" cy="7315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APIs: POST /api/reviews • GET /api/reviews • GET /api/reviews/my-reviewed-bookings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Database Design &amp; Entity Invariants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50292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Entity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Schema Fields &amp; References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Cryptographic &amp; Business Invariants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User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name, email, password, role, skillsToTeach[], hourlyRate, availability[], isSuspended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unique; password Bcrypt salted (10 rounds); role enum strictly constrained.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Booking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learner, mentor, date, time, duration, status, sessionFee, actionExpiresAt, meetingLink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Compound index (mentor, date, time) collision rejection; 4-hour countdown expiry.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Conversation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participants[], participantKey, booking, lastMessage, lastActivityAt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participantKey (user1_user2) guarantees exactly one thread between two users.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Message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conversation, sender, text, isRead, isEdited, isDeletedForEveryone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Soft-delete preserving audit trails; compound index (conversation, createdAt).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Review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booking, reviewer, reviewee, rating, comment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Compound unique index {booking: 1, reviewer: 1}; rating integer bounded 1–5.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 Wallet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user, balance, currency, isActive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reference unique (1:1); monetary values stored in integer subunits (paise).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 WalletTransaction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wallet, user, booking, amount, type, reference, status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Immutable insert-only ledger; type enum: credit, debit, payout, refund.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 SkillCategory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name, slug, description, icon, isActive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and slug unique and indexed for fast category filtering in mentor discovery.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40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 ActivityLog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actor, action, entityType, entityId, metadata, ipAddress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Chronological administrative audit trail for compliance and moderation tracking.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ARTIFACTS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Live System Walkthrough &amp; UI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Page Hero Section</a:t>
            </a:r>
            <a:endParaRPr lang="en-US" sz="1200" dirty="0"/>
          </a:p>
        </p:txBody>
      </p:sp>
      <p:pic>
        <p:nvPicPr>
          <p:cNvPr id="7" name="Image 0" descr="D:\College\sumInt\Skill-Exchange\docs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01752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074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value proposition, dark/light toggle, and AI Matcher trigger.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128016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Checkout Modal</a:t>
            </a:r>
            <a:endParaRPr lang="en-US" sz="1200" dirty="0"/>
          </a:p>
        </p:txBody>
      </p:sp>
      <p:pic>
        <p:nvPicPr>
          <p:cNvPr id="11" name="Image 1" descr="D:\College\sumInt\Skill-Exchange\docs\screenshots\07_payment_check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74520"/>
            <a:ext cx="3017520" cy="3017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5074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Razorpay modal in official Test Mode (UPI, Cards, NetBanking).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Learner Mastery Dashboard</a:t>
            </a:r>
            <a:endParaRPr lang="en-US" sz="1200" dirty="0"/>
          </a:p>
        </p:txBody>
      </p:sp>
      <p:pic>
        <p:nvPicPr>
          <p:cNvPr id="15" name="Image 2" descr="D:\College\sumInt\Skill-Exchange\docs\screenshots\11_learner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4520"/>
            <a:ext cx="3017520" cy="3017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5074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learning targets, confirmed upcoming sessions, and mentor recommendations.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Testing, Quality Assurance &amp; Live Verification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 Automated Unit Tests (100% Passed)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52 Server-Side Automated Tests: 
Executed via Node.js native test runner (node --test). Verifies auth middleware, token refresh rotation, booking collisions, slot suggestions, meeting links, and payouts.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Client-Side Integration Tests: 
Executed via Vitest. Validates API service abstraction, token persistence in localStorage, and request error interception.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 Manual System Test Cases (TC-01 to TC-10): 
Full-pass execution covering user signup, collision rejection, 4-hour countdown expiration, Razorpay test payment, Socket.io chat, and duplicate review guards.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 Proof: 
Total suites: 58 • Passed: 58 • Failed: 0 • Cancelled: 0 • Concurrency: 1 • Exit code: 0.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Deployment Verification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Secrets Exposed: 
All environment variables (.env) use safe dummy placeholders in documentation, protecting live production credentials.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XSS &amp; Injection Defense: 
HttpOnly cookies prevent JavaScript reading of refresh tokens; Mongoose ODM enforces strict schema-level parameter sanitization.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Denial-of-Service Safeguards: 
express.json({ limit: "400kb" }) caps request body size, protecting memory and event loops.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 Deployments: 
Frontend deployed on Vercel Edge Network with client rewrite rules; Backend deployed on Render with containerized Linux web service.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of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WRAP-UP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Future Scope &amp; Project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Development Roadmap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Embedded In-Browser WebRTC Video Calling: Native peer-to-peer audio/video calling and screen sharing directly inside the browser, eliminating reliance on external Google Meet links.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Automated RazorpayX Bank Payouts: Direct IMPS/NEFT fund transfers to mentor bank accounts upon verified session completion.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Skill Certification &amp; Quizzes: Automated technical coding quizzes to award verified skill badges on mentor profiles.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Mobile Native Apps: Packaging React client with React Native / Flutter for native iOS and Android store deployment.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 &amp; Acknowledgments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Achievements: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a complete, production-grade MERN web platform with 71 REST API endpoints and 12 core responsive pages.
• Successfully replaced unstructured informal tutoring with synchronized calendar scheduling and automated collision detection.
• Validated through 58 passed automated tests with zero failures.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your guidance and evaluation!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(Q&amp;A)
</a:t>
            </a:r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invite the evaluation committee and faculty mentors to share their questions and feedback.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Exchange Platform • College Capstone Project Presentation • 2025–2026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of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2026-10-30T20:13:13Z</dcterms:created>
  <dcterms:modified xsi:type="dcterms:W3CDTF">2026-10-30T20:13:13Z</dcterms:modified>
</cp:coreProperties>
</file>